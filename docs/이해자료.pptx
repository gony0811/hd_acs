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42:1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24575,'8'0'0,"0"2"0,0-1 0,-1 1 0,1 0 0,0 1 0,-1 0 0,0 0 0,0 0 0,0 1 0,0 0 0,0 1 0,6 5 0,14 11 0,32 35 0,-55-51 0,12 11 0,0 1 0,-2 0 0,0 1 0,13 23 0,-22-32 0,0 0 0,-1 1 0,1 0 0,-2 0 0,0 0 0,0 1 0,-1-1 0,0 1 0,-1-1 0,1 21 0,-8 92-1365,6-101-5461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42:30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24575,'2'0'0,"0"1"0,1-1 0,-1 1 0,1 0 0,-1-1 0,0 1 0,0 0 0,1 0 0,-1 1 0,0-1 0,0 0 0,0 1 0,0-1 0,0 1 0,-1 0 0,1-1 0,0 1 0,-1 0 0,1 0 0,-1 0 0,0 0 0,1 1 0,-1-1 0,0 0 0,-1 0 0,1 1 0,0-1 0,-1 0 0,1 1 0,-1-1 0,1 1 0,-1 2 0,2 15 0,-1-1 0,0 1 0,-3 21 0,1-19 0,1 12 0,1-20 0,0 0 0,-1-1 0,-1 1 0,-1-1 0,0 0 0,0 1 0,-1-1 0,-1 0 0,0 0 0,-11 22 0,9-24 0,0-1 0,0 0 0,-1 0 0,0 0 0,0-1 0,-1 0 0,-1 0 0,1-1 0,-2 0 0,1-1 0,-1 0 0,0-1 0,-15 9 0,-31 5-1365,39-15-5461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8A79F-DE40-D813-2469-C51223FBB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0D3BD0-8291-FDD0-94BA-310B1E82B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47FC0-1808-94F2-F6E1-AC82871B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2F277-9471-A3C9-6E41-69D89F4D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EE8C4-7DBB-7FD3-FE1B-A28482EF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8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961C2-2FEA-DAB8-C9B0-5768417E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4DC9C-616B-CBCC-0F5B-049E6695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FCCA5-7CAC-A5E1-A245-8FCA60783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ADB538-7B32-571C-62BC-C08EC4AF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43760-60C1-6873-3CC6-3013B6FF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AE294-9963-07AB-4743-0A1534C7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2A06A9-3384-E72D-FD30-8DB6A10C5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98FD6-8F1E-F909-3056-CB89E4AF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6199A-0AB3-9154-218C-7E8E04FA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E510C2-C7EB-9998-ACDD-BA8D9C00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89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357F-6DE1-9C48-959F-D1E0BC3E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A676B8-9F90-1EE2-E736-C860AC798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B46A76-E2AA-3581-54BC-8020061A7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346679-1BBF-8EA4-A860-94EDC8FD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1562BE-3551-2DF2-C74C-D7B1F36E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29285D-90B6-FB0F-CADE-E00A1BD5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1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7100E-6C8A-FB35-E6C0-6B0BE6B1D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6F177-2317-3709-8946-9CEC2105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4C199C-2B85-2EE6-7CCC-B91390EFA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39053C-7138-43FB-0502-B1F8C5253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A983EC-8F47-0B88-4DD1-4DD3E8DB7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1D670F-EF6A-C6C8-D439-ACF1827E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3971CE-757D-DFFA-9F71-D62C3B56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E751BA-E208-27F6-9109-4F975699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49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DD58F-3CF2-C277-28EF-CF6C803B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07B14D-0F2A-E7A4-F068-934D57D5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AB8A4B-2801-01C6-E026-59295B48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286739-6415-D77B-82E0-C4454F81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1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90CFF9-6491-69ED-41FF-622218BE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16E0D2-CABD-629D-8519-EA58A169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A4798C-5A81-4F26-6E06-E1B593D5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19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DE7A7-157E-3D1D-57EB-53C4C549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C5E2C-D635-7F60-5F5F-54F210B75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42781F-159D-FFE1-224B-F1F5BA5ED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8D74D0-91B4-CFA4-B919-95ADF3ED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1073DF-05A8-3366-70F7-E74BE0F5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5ACFF5-568E-8716-B40C-9D8FE5EC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60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07C7E-F3C0-02BA-166C-D33D0B6F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FFADE8-E06C-3813-F21B-61899DEA0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ADB78-4DEA-AFCB-E152-06DC33667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ED1F9-0DE2-BC09-63B9-866AB8A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E44BCD-F5A3-49E7-DF00-AAA1ABF2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F9E44E-EA1D-A84D-20A1-AA0E5444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33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E3B17-7954-978E-0275-0A21443E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0BA645-BCC9-91EE-2A98-6928661C1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82B29C-B7CD-20D0-381E-CFAB9248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80B100-5D03-E400-BFE1-E58C9650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58AA3F-584F-6FA8-91C6-3B65A7BC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76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12BFED-2B70-3A8F-9CB5-71519D5DF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8C44BB-07AE-08F2-87D1-03437DA2B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3DC01-D59F-676A-F163-73442B2C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AA2FF-0942-5A0C-77D6-2A2B4621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B5430-5DA2-1A44-0A0F-95B99F76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60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25FB20-A0B8-D356-AD8F-4BBFADF5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BB5FC-2503-FD4C-C22F-18C5B3BE2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8D6D6A-10BE-F649-54E9-E07C1D0DB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F3324-30A0-4841-9726-632E0CDFAC8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96EB0-97C4-599B-8337-0502B5CE6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77C92-CA63-E16B-9248-F0B1B4546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CAF30-457D-4671-BFE1-013223FFC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65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CE78D1-FE23-6E31-55B5-3146AB61BA34}"/>
              </a:ext>
            </a:extLst>
          </p:cNvPr>
          <p:cNvSpPr/>
          <p:nvPr/>
        </p:nvSpPr>
        <p:spPr>
          <a:xfrm>
            <a:off x="1730190" y="3056964"/>
            <a:ext cx="1963270" cy="14971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SAIGE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248D3F-5B49-9B02-440C-53A9CE5C2C1C}"/>
              </a:ext>
            </a:extLst>
          </p:cNvPr>
          <p:cNvSpPr/>
          <p:nvPr/>
        </p:nvSpPr>
        <p:spPr>
          <a:xfrm>
            <a:off x="5114365" y="1013011"/>
            <a:ext cx="1963270" cy="1497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HD_ACS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720CE5-6BB8-6393-8F09-37E74E62CD4A}"/>
              </a:ext>
            </a:extLst>
          </p:cNvPr>
          <p:cNvSpPr/>
          <p:nvPr/>
        </p:nvSpPr>
        <p:spPr>
          <a:xfrm>
            <a:off x="8498540" y="3056964"/>
            <a:ext cx="1963270" cy="14971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AMR</a:t>
            </a:r>
            <a:endParaRPr lang="ko-KR" altLang="en-US" dirty="0"/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2B23308A-6C54-B846-09D0-FDC11EEA9149}"/>
              </a:ext>
            </a:extLst>
          </p:cNvPr>
          <p:cNvCxnSpPr>
            <a:stCxn id="5" idx="1"/>
            <a:endCxn id="4" idx="0"/>
          </p:cNvCxnSpPr>
          <p:nvPr/>
        </p:nvCxnSpPr>
        <p:spPr>
          <a:xfrm rot="10800000" flipV="1">
            <a:off x="2711825" y="1761564"/>
            <a:ext cx="2402540" cy="129540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1D60E5C4-B30D-D493-8511-2DF9E152841D}"/>
              </a:ext>
            </a:extLst>
          </p:cNvPr>
          <p:cNvCxnSpPr>
            <a:stCxn id="5" idx="3"/>
            <a:endCxn id="8" idx="0"/>
          </p:cNvCxnSpPr>
          <p:nvPr/>
        </p:nvCxnSpPr>
        <p:spPr>
          <a:xfrm>
            <a:off x="7077635" y="1761564"/>
            <a:ext cx="2402540" cy="129540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078CF328-8205-3644-AFB5-2FE39B04328C}"/>
              </a:ext>
            </a:extLst>
          </p:cNvPr>
          <p:cNvCxnSpPr>
            <a:stCxn id="8" idx="2"/>
            <a:endCxn id="4" idx="2"/>
          </p:cNvCxnSpPr>
          <p:nvPr/>
        </p:nvCxnSpPr>
        <p:spPr>
          <a:xfrm rot="5400000">
            <a:off x="6096000" y="1169895"/>
            <a:ext cx="12700" cy="6768350"/>
          </a:xfrm>
          <a:prstGeom prst="curvedConnector3">
            <a:avLst>
              <a:gd name="adj1" fmla="val 122470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8509A74-46A9-9006-CAE8-948A5E34EB2C}"/>
              </a:ext>
            </a:extLst>
          </p:cNvPr>
          <p:cNvSpPr txBox="1"/>
          <p:nvPr/>
        </p:nvSpPr>
        <p:spPr>
          <a:xfrm>
            <a:off x="716804" y="1305207"/>
            <a:ext cx="4002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000" dirty="0"/>
              <a:t>진행률 조회 </a:t>
            </a:r>
            <a:r>
              <a:rPr lang="en-US" altLang="ko-KR" sz="1000" dirty="0"/>
              <a:t>(SAIGE -&gt; ACS ) _ REST API </a:t>
            </a:r>
          </a:p>
          <a:p>
            <a:pPr marL="342900" indent="-342900">
              <a:buAutoNum type="arabicPeriod"/>
            </a:pPr>
            <a:r>
              <a:rPr lang="ko-KR" altLang="en-US" sz="1000" dirty="0"/>
              <a:t>로봇 상태 조회 </a:t>
            </a:r>
            <a:r>
              <a:rPr lang="en-US" altLang="ko-KR" sz="1000" dirty="0"/>
              <a:t>(SAIGE -&gt; ACS ) _ REST API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1726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D0471B-D955-D50A-149C-B8B9EE3802E5}"/>
              </a:ext>
            </a:extLst>
          </p:cNvPr>
          <p:cNvSpPr/>
          <p:nvPr/>
        </p:nvSpPr>
        <p:spPr>
          <a:xfrm>
            <a:off x="502025" y="2978523"/>
            <a:ext cx="1963270" cy="963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HD_ACS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C7E7B5-48CA-28D4-05EC-73871FAE4930}"/>
              </a:ext>
            </a:extLst>
          </p:cNvPr>
          <p:cNvSpPr/>
          <p:nvPr/>
        </p:nvSpPr>
        <p:spPr>
          <a:xfrm>
            <a:off x="9816355" y="2947147"/>
            <a:ext cx="1963270" cy="9637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AMR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9143B3-043D-B11E-1261-8BAFA95E3106}"/>
              </a:ext>
            </a:extLst>
          </p:cNvPr>
          <p:cNvSpPr/>
          <p:nvPr/>
        </p:nvSpPr>
        <p:spPr>
          <a:xfrm>
            <a:off x="5159190" y="2947147"/>
            <a:ext cx="1963270" cy="9637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Rebbit</a:t>
            </a:r>
            <a:r>
              <a:rPr lang="en-US" altLang="ko-KR" dirty="0"/>
              <a:t> MQ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322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652D9-F73F-829A-7CC7-B9A234B8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 구성 요소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BC4BD72-4CCD-6C46-F6A2-28430C75222D}"/>
              </a:ext>
            </a:extLst>
          </p:cNvPr>
          <p:cNvSpPr/>
          <p:nvPr/>
        </p:nvSpPr>
        <p:spPr>
          <a:xfrm>
            <a:off x="838200" y="1796077"/>
            <a:ext cx="720000" cy="72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9A887-4C6C-53AB-D717-E8917B13C78B}"/>
              </a:ext>
            </a:extLst>
          </p:cNvPr>
          <p:cNvSpPr txBox="1"/>
          <p:nvPr/>
        </p:nvSpPr>
        <p:spPr>
          <a:xfrm>
            <a:off x="1838035" y="1956022"/>
            <a:ext cx="4147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Map (</a:t>
            </a:r>
            <a:r>
              <a:rPr lang="ko-KR" altLang="en-US" sz="2000" dirty="0"/>
              <a:t>층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CCFE90-CB59-97B4-ADBF-A876D5A5E808}"/>
              </a:ext>
            </a:extLst>
          </p:cNvPr>
          <p:cNvSpPr/>
          <p:nvPr/>
        </p:nvSpPr>
        <p:spPr>
          <a:xfrm>
            <a:off x="838200" y="2781411"/>
            <a:ext cx="720000" cy="72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3DB01-0BB5-80D6-D0D0-3E186D95A61B}"/>
              </a:ext>
            </a:extLst>
          </p:cNvPr>
          <p:cNvSpPr txBox="1"/>
          <p:nvPr/>
        </p:nvSpPr>
        <p:spPr>
          <a:xfrm>
            <a:off x="1838035" y="2941356"/>
            <a:ext cx="4147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Node (</a:t>
            </a:r>
            <a:r>
              <a:rPr lang="ko-KR" altLang="en-US" sz="2000" dirty="0"/>
              <a:t>정차</a:t>
            </a:r>
            <a:r>
              <a:rPr lang="en-US" altLang="ko-KR" sz="2000" dirty="0"/>
              <a:t>/</a:t>
            </a:r>
            <a:r>
              <a:rPr lang="ko-KR" altLang="en-US" sz="2000" dirty="0"/>
              <a:t>경유</a:t>
            </a:r>
            <a:r>
              <a:rPr lang="en-US" altLang="ko-KR" sz="2000" dirty="0"/>
              <a:t> </a:t>
            </a:r>
            <a:r>
              <a:rPr lang="ko-KR" altLang="en-US" sz="2000" dirty="0"/>
              <a:t>구간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716B319-1BFE-0512-056E-2F3DC83BF932}"/>
              </a:ext>
            </a:extLst>
          </p:cNvPr>
          <p:cNvSpPr/>
          <p:nvPr/>
        </p:nvSpPr>
        <p:spPr>
          <a:xfrm>
            <a:off x="838200" y="3766745"/>
            <a:ext cx="720000" cy="7200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2E394-4CB9-278C-6DA2-B663F4AEDF00}"/>
              </a:ext>
            </a:extLst>
          </p:cNvPr>
          <p:cNvSpPr txBox="1"/>
          <p:nvPr/>
        </p:nvSpPr>
        <p:spPr>
          <a:xfrm>
            <a:off x="1838035" y="3926690"/>
            <a:ext cx="4147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Edge (</a:t>
            </a:r>
            <a:r>
              <a:rPr lang="ko-KR" altLang="en-US" sz="2000" dirty="0"/>
              <a:t>노드 사이 경로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44F677A-B6AA-16EF-F153-7D8E9B2DFDDC}"/>
              </a:ext>
            </a:extLst>
          </p:cNvPr>
          <p:cNvSpPr/>
          <p:nvPr/>
        </p:nvSpPr>
        <p:spPr>
          <a:xfrm>
            <a:off x="838200" y="4752079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7314A-59B8-4484-6B7B-8B37515BEB44}"/>
              </a:ext>
            </a:extLst>
          </p:cNvPr>
          <p:cNvSpPr txBox="1"/>
          <p:nvPr/>
        </p:nvSpPr>
        <p:spPr>
          <a:xfrm>
            <a:off x="1838035" y="4912024"/>
            <a:ext cx="4147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Zone (</a:t>
            </a:r>
            <a:r>
              <a:rPr lang="ko-KR" altLang="en-US" sz="2000" dirty="0"/>
              <a:t>논리 구획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1266680A-4F58-A854-5585-934C449E5B2A}"/>
              </a:ext>
            </a:extLst>
          </p:cNvPr>
          <p:cNvSpPr/>
          <p:nvPr/>
        </p:nvSpPr>
        <p:spPr>
          <a:xfrm>
            <a:off x="4821382" y="1945976"/>
            <a:ext cx="7102763" cy="3766268"/>
          </a:xfrm>
          <a:prstGeom prst="parallelogram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CBB1227-DD46-4C53-7D8A-715815081F44}"/>
              </a:ext>
            </a:extLst>
          </p:cNvPr>
          <p:cNvSpPr/>
          <p:nvPr/>
        </p:nvSpPr>
        <p:spPr>
          <a:xfrm>
            <a:off x="5486840" y="1463355"/>
            <a:ext cx="720000" cy="720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B23A37F-A5E1-19B6-71A6-2277FCB2AC5B}"/>
              </a:ext>
            </a:extLst>
          </p:cNvPr>
          <p:cNvSpPr/>
          <p:nvPr/>
        </p:nvSpPr>
        <p:spPr>
          <a:xfrm>
            <a:off x="6893070" y="2516077"/>
            <a:ext cx="720000" cy="72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FD2F943-AE41-6A25-30CC-0CE418E451AD}"/>
              </a:ext>
            </a:extLst>
          </p:cNvPr>
          <p:cNvSpPr/>
          <p:nvPr/>
        </p:nvSpPr>
        <p:spPr>
          <a:xfrm>
            <a:off x="5736000" y="4432189"/>
            <a:ext cx="720000" cy="72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14827DC-9BB7-B760-5830-94F7C287580A}"/>
              </a:ext>
            </a:extLst>
          </p:cNvPr>
          <p:cNvSpPr/>
          <p:nvPr/>
        </p:nvSpPr>
        <p:spPr>
          <a:xfrm>
            <a:off x="9993965" y="3501411"/>
            <a:ext cx="720000" cy="72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75DA74C-5E57-1A25-BC20-6CBE4AAF9067}"/>
              </a:ext>
            </a:extLst>
          </p:cNvPr>
          <p:cNvCxnSpPr>
            <a:cxnSpLocks/>
            <a:endCxn id="17" idx="6"/>
          </p:cNvCxnSpPr>
          <p:nvPr/>
        </p:nvCxnSpPr>
        <p:spPr>
          <a:xfrm flipH="1" flipV="1">
            <a:off x="7613070" y="2876077"/>
            <a:ext cx="2380895" cy="9853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B28D9C3-259A-9A41-5461-D5A84C3BDAA0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6456000" y="3861411"/>
            <a:ext cx="3537965" cy="9307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C66AEBD-0651-F2BF-41A9-ED5F6C7317C9}"/>
              </a:ext>
            </a:extLst>
          </p:cNvPr>
          <p:cNvCxnSpPr>
            <a:stCxn id="17" idx="3"/>
            <a:endCxn id="18" idx="0"/>
          </p:cNvCxnSpPr>
          <p:nvPr/>
        </p:nvCxnSpPr>
        <p:spPr>
          <a:xfrm flipH="1">
            <a:off x="6096000" y="3130635"/>
            <a:ext cx="902512" cy="130155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CB28FB-00C8-22C1-6C64-64E9768E792E}"/>
              </a:ext>
            </a:extLst>
          </p:cNvPr>
          <p:cNvSpPr/>
          <p:nvPr/>
        </p:nvSpPr>
        <p:spPr>
          <a:xfrm>
            <a:off x="8273130" y="2516077"/>
            <a:ext cx="1118376" cy="239594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113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팔각형 43">
            <a:extLst>
              <a:ext uri="{FF2B5EF4-FFF2-40B4-BE49-F238E27FC236}">
                <a16:creationId xmlns:a16="http://schemas.microsoft.com/office/drawing/2014/main" id="{FE387FA1-5A21-2758-8815-E0CF524B768F}"/>
              </a:ext>
            </a:extLst>
          </p:cNvPr>
          <p:cNvSpPr/>
          <p:nvPr/>
        </p:nvSpPr>
        <p:spPr>
          <a:xfrm>
            <a:off x="1126837" y="1082963"/>
            <a:ext cx="1819564" cy="2346037"/>
          </a:xfrm>
          <a:prstGeom prst="octagon">
            <a:avLst>
              <a:gd name="adj" fmla="val 19137"/>
            </a:avLst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0E5B202-9933-662D-FD5F-951C256096BA}"/>
              </a:ext>
            </a:extLst>
          </p:cNvPr>
          <p:cNvCxnSpPr>
            <a:stCxn id="44" idx="1"/>
            <a:endCxn id="44" idx="2"/>
          </p:cNvCxnSpPr>
          <p:nvPr/>
        </p:nvCxnSpPr>
        <p:spPr>
          <a:xfrm flipH="1">
            <a:off x="2598191" y="3080790"/>
            <a:ext cx="348210" cy="34821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47BE658-1DE0-ACB5-C6D5-DAF590E42246}"/>
              </a:ext>
            </a:extLst>
          </p:cNvPr>
          <p:cNvCxnSpPr>
            <a:cxnSpLocks/>
            <a:endCxn id="44" idx="3"/>
          </p:cNvCxnSpPr>
          <p:nvPr/>
        </p:nvCxnSpPr>
        <p:spPr>
          <a:xfrm>
            <a:off x="1106518" y="3080790"/>
            <a:ext cx="368529" cy="34821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F343B82-EAA7-E055-12A8-B49F16CDD8F6}"/>
              </a:ext>
            </a:extLst>
          </p:cNvPr>
          <p:cNvCxnSpPr>
            <a:cxnSpLocks/>
          </p:cNvCxnSpPr>
          <p:nvPr/>
        </p:nvCxnSpPr>
        <p:spPr>
          <a:xfrm>
            <a:off x="1106518" y="4562763"/>
            <a:ext cx="60313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0DCB034-AC5E-B5BF-369D-F414AAF808F5}"/>
              </a:ext>
            </a:extLst>
          </p:cNvPr>
          <p:cNvSpPr txBox="1"/>
          <p:nvPr/>
        </p:nvSpPr>
        <p:spPr>
          <a:xfrm>
            <a:off x="119779" y="4368861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h_low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A488EE-BB6F-D55F-263E-005C03DC420B}"/>
              </a:ext>
            </a:extLst>
          </p:cNvPr>
          <p:cNvSpPr txBox="1"/>
          <p:nvPr/>
        </p:nvSpPr>
        <p:spPr>
          <a:xfrm>
            <a:off x="2057865" y="4368861"/>
            <a:ext cx="268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하부 챔버 높이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EA84316-E805-EBEC-F70E-15AEECE3B42D}"/>
              </a:ext>
            </a:extLst>
          </p:cNvPr>
          <p:cNvCxnSpPr>
            <a:cxnSpLocks/>
          </p:cNvCxnSpPr>
          <p:nvPr/>
        </p:nvCxnSpPr>
        <p:spPr>
          <a:xfrm>
            <a:off x="1106518" y="5070763"/>
            <a:ext cx="603134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CF0C67C-BE78-427E-DBCC-339D4E40FC1F}"/>
              </a:ext>
            </a:extLst>
          </p:cNvPr>
          <p:cNvSpPr txBox="1"/>
          <p:nvPr/>
        </p:nvSpPr>
        <p:spPr>
          <a:xfrm>
            <a:off x="119779" y="487686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h_wall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F90923-9D86-36B2-B737-B54AC61ED5AD}"/>
              </a:ext>
            </a:extLst>
          </p:cNvPr>
          <p:cNvSpPr txBox="1"/>
          <p:nvPr/>
        </p:nvSpPr>
        <p:spPr>
          <a:xfrm>
            <a:off x="2057865" y="4876861"/>
            <a:ext cx="268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중간 </a:t>
            </a:r>
            <a:r>
              <a:rPr lang="ko-KR" altLang="en-US" dirty="0" err="1"/>
              <a:t>수직벽</a:t>
            </a:r>
            <a:r>
              <a:rPr lang="ko-KR" altLang="en-US" dirty="0"/>
              <a:t> 구간 높이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9B2688E-1FAB-2658-16FE-B859A8A24A77}"/>
              </a:ext>
            </a:extLst>
          </p:cNvPr>
          <p:cNvCxnSpPr>
            <a:cxnSpLocks/>
            <a:stCxn id="44" idx="0"/>
            <a:endCxn id="44" idx="1"/>
          </p:cNvCxnSpPr>
          <p:nvPr/>
        </p:nvCxnSpPr>
        <p:spPr>
          <a:xfrm>
            <a:off x="2946401" y="1431173"/>
            <a:ext cx="0" cy="16496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05BFC50-D65A-7E4C-AF3D-A157DBA0BFFC}"/>
              </a:ext>
            </a:extLst>
          </p:cNvPr>
          <p:cNvCxnSpPr>
            <a:cxnSpLocks/>
          </p:cNvCxnSpPr>
          <p:nvPr/>
        </p:nvCxnSpPr>
        <p:spPr>
          <a:xfrm>
            <a:off x="1106518" y="5578762"/>
            <a:ext cx="603134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F2F9250-5079-7A2F-4BD1-5363222230E2}"/>
              </a:ext>
            </a:extLst>
          </p:cNvPr>
          <p:cNvSpPr txBox="1"/>
          <p:nvPr/>
        </p:nvSpPr>
        <p:spPr>
          <a:xfrm>
            <a:off x="119779" y="538486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h_up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14F488-89EE-6FBB-889A-5B33342137E0}"/>
              </a:ext>
            </a:extLst>
          </p:cNvPr>
          <p:cNvSpPr txBox="1"/>
          <p:nvPr/>
        </p:nvSpPr>
        <p:spPr>
          <a:xfrm>
            <a:off x="2057865" y="5384860"/>
            <a:ext cx="268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상부 챔버 높이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EF16359-33F7-FF4D-C4B7-10CF580F85DD}"/>
              </a:ext>
            </a:extLst>
          </p:cNvPr>
          <p:cNvCxnSpPr>
            <a:cxnSpLocks/>
            <a:stCxn id="44" idx="0"/>
            <a:endCxn id="44" idx="7"/>
          </p:cNvCxnSpPr>
          <p:nvPr/>
        </p:nvCxnSpPr>
        <p:spPr>
          <a:xfrm flipH="1" flipV="1">
            <a:off x="2598191" y="1082963"/>
            <a:ext cx="348210" cy="34821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9CBB786-63C0-A87A-4808-97F819B87A43}"/>
              </a:ext>
            </a:extLst>
          </p:cNvPr>
          <p:cNvCxnSpPr>
            <a:cxnSpLocks/>
          </p:cNvCxnSpPr>
          <p:nvPr/>
        </p:nvCxnSpPr>
        <p:spPr>
          <a:xfrm>
            <a:off x="5980085" y="4562763"/>
            <a:ext cx="60313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F92B477-E844-2352-DB64-D688C9734220}"/>
              </a:ext>
            </a:extLst>
          </p:cNvPr>
          <p:cNvSpPr txBox="1"/>
          <p:nvPr/>
        </p:nvSpPr>
        <p:spPr>
          <a:xfrm>
            <a:off x="5449455" y="43688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420ADA-37A0-84B9-957B-5556DCD0BDDD}"/>
              </a:ext>
            </a:extLst>
          </p:cNvPr>
          <p:cNvSpPr txBox="1"/>
          <p:nvPr/>
        </p:nvSpPr>
        <p:spPr>
          <a:xfrm>
            <a:off x="6931432" y="4368861"/>
            <a:ext cx="371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선창 길이 </a:t>
            </a:r>
            <a:r>
              <a:rPr lang="en-US" altLang="ko-KR" dirty="0"/>
              <a:t>(X</a:t>
            </a:r>
            <a:r>
              <a:rPr lang="ko-KR" altLang="en-US" dirty="0"/>
              <a:t>방향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1D42282-CD8A-AE0D-1B46-A8779D4BB720}"/>
              </a:ext>
            </a:extLst>
          </p:cNvPr>
          <p:cNvCxnSpPr>
            <a:cxnSpLocks/>
          </p:cNvCxnSpPr>
          <p:nvPr/>
        </p:nvCxnSpPr>
        <p:spPr>
          <a:xfrm>
            <a:off x="5980085" y="5070762"/>
            <a:ext cx="60313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40A1C48-1D6C-C7BD-7A6F-20BB3AD22031}"/>
              </a:ext>
            </a:extLst>
          </p:cNvPr>
          <p:cNvSpPr txBox="1"/>
          <p:nvPr/>
        </p:nvSpPr>
        <p:spPr>
          <a:xfrm>
            <a:off x="4814224" y="4876860"/>
            <a:ext cx="106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w_floor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8CF9EC-E494-D2B6-E3C0-540E5C8B013C}"/>
              </a:ext>
            </a:extLst>
          </p:cNvPr>
          <p:cNvSpPr txBox="1"/>
          <p:nvPr/>
        </p:nvSpPr>
        <p:spPr>
          <a:xfrm>
            <a:off x="6931432" y="4876860"/>
            <a:ext cx="371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바닥면</a:t>
            </a:r>
            <a:r>
              <a:rPr lang="ko-KR" altLang="en-US" dirty="0"/>
              <a:t> 폭</a:t>
            </a:r>
            <a:r>
              <a:rPr lang="en-US" altLang="ko-KR" dirty="0"/>
              <a:t> (Y</a:t>
            </a:r>
            <a:r>
              <a:rPr lang="ko-KR" altLang="en-US" dirty="0"/>
              <a:t>방향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26520693-DB25-B14D-25C1-8CB03F035BB9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1475047" y="3429000"/>
            <a:ext cx="1145769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D97E82C-FB9F-51CB-E49D-853F07FF2218}"/>
              </a:ext>
            </a:extLst>
          </p:cNvPr>
          <p:cNvCxnSpPr>
            <a:cxnSpLocks/>
            <a:stCxn id="44" idx="6"/>
            <a:endCxn id="44" idx="5"/>
          </p:cNvCxnSpPr>
          <p:nvPr/>
        </p:nvCxnSpPr>
        <p:spPr>
          <a:xfrm flipH="1">
            <a:off x="1126837" y="1082963"/>
            <a:ext cx="348210" cy="34821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324A3CCA-1A11-0A01-6F2A-EC852608AA7F}"/>
              </a:ext>
            </a:extLst>
          </p:cNvPr>
          <p:cNvCxnSpPr>
            <a:cxnSpLocks/>
            <a:endCxn id="44" idx="2"/>
          </p:cNvCxnSpPr>
          <p:nvPr/>
        </p:nvCxnSpPr>
        <p:spPr>
          <a:xfrm flipH="1">
            <a:off x="2598191" y="3429000"/>
            <a:ext cx="433324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10C97B8-BBC4-E941-010A-6701FB30FC12}"/>
              </a:ext>
            </a:extLst>
          </p:cNvPr>
          <p:cNvCxnSpPr/>
          <p:nvPr/>
        </p:nvCxnSpPr>
        <p:spPr>
          <a:xfrm flipH="1">
            <a:off x="6931432" y="3080790"/>
            <a:ext cx="348210" cy="34821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4FBE9A5-728A-7CCF-9857-56567F770458}"/>
              </a:ext>
            </a:extLst>
          </p:cNvPr>
          <p:cNvCxnSpPr>
            <a:cxnSpLocks/>
          </p:cNvCxnSpPr>
          <p:nvPr/>
        </p:nvCxnSpPr>
        <p:spPr>
          <a:xfrm>
            <a:off x="7279642" y="1431173"/>
            <a:ext cx="0" cy="16496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EF58B25-CF5F-1DB9-E981-34A13C61CE10}"/>
              </a:ext>
            </a:extLst>
          </p:cNvPr>
          <p:cNvCxnSpPr>
            <a:cxnSpLocks/>
          </p:cNvCxnSpPr>
          <p:nvPr/>
        </p:nvCxnSpPr>
        <p:spPr>
          <a:xfrm flipH="1" flipV="1">
            <a:off x="6931432" y="1082963"/>
            <a:ext cx="348210" cy="34821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0DCBBB1-21EC-486C-8E81-E616EB9B3088}"/>
              </a:ext>
            </a:extLst>
          </p:cNvPr>
          <p:cNvCxnSpPr>
            <a:cxnSpLocks/>
            <a:endCxn id="44" idx="7"/>
          </p:cNvCxnSpPr>
          <p:nvPr/>
        </p:nvCxnSpPr>
        <p:spPr>
          <a:xfrm flipH="1">
            <a:off x="2598191" y="1082963"/>
            <a:ext cx="433324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91B95CC-E065-FDF9-C4AD-551CAB106AB3}"/>
              </a:ext>
            </a:extLst>
          </p:cNvPr>
          <p:cNvCxnSpPr>
            <a:cxnSpLocks/>
            <a:stCxn id="44" idx="5"/>
            <a:endCxn id="44" idx="4"/>
          </p:cNvCxnSpPr>
          <p:nvPr/>
        </p:nvCxnSpPr>
        <p:spPr>
          <a:xfrm>
            <a:off x="1126837" y="1431173"/>
            <a:ext cx="0" cy="16496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D0DCD5CD-1BF7-4400-A7C9-B8D5B876D5D9}"/>
              </a:ext>
            </a:extLst>
          </p:cNvPr>
          <p:cNvCxnSpPr>
            <a:cxnSpLocks/>
            <a:stCxn id="44" idx="7"/>
            <a:endCxn id="44" idx="6"/>
          </p:cNvCxnSpPr>
          <p:nvPr/>
        </p:nvCxnSpPr>
        <p:spPr>
          <a:xfrm flipH="1">
            <a:off x="1475047" y="1082963"/>
            <a:ext cx="1123144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8C42A3C2-65AB-BD08-9A14-E8BBFC763D6D}"/>
                  </a:ext>
                </a:extLst>
              </p14:cNvPr>
              <p14:cNvContentPartPr/>
              <p14:nvPr/>
            </p14:nvContentPartPr>
            <p14:xfrm>
              <a:off x="2914647" y="3198352"/>
              <a:ext cx="113400" cy="183960"/>
            </p14:xfrm>
          </p:contentPart>
        </mc:Choice>
        <mc:Fallback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8C42A3C2-65AB-BD08-9A14-E8BBFC763D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8527" y="3192232"/>
                <a:ext cx="1256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638B17D0-3960-66A6-EAEF-EF77B50E9810}"/>
                  </a:ext>
                </a:extLst>
              </p14:cNvPr>
              <p14:cNvContentPartPr/>
              <p14:nvPr/>
            </p14:nvContentPartPr>
            <p14:xfrm>
              <a:off x="2872167" y="1117538"/>
              <a:ext cx="84960" cy="193320"/>
            </p14:xfrm>
          </p:contentPart>
        </mc:Choice>
        <mc:Fallback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638B17D0-3960-66A6-EAEF-EF77B50E98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6047" y="1111418"/>
                <a:ext cx="97200" cy="205560"/>
              </a:xfrm>
              <a:prstGeom prst="rect">
                <a:avLst/>
              </a:prstGeom>
            </p:spPr>
          </p:pic>
        </mc:Fallback>
      </mc:AlternateContent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4B52F9F4-CE8D-C53B-9515-5D05544C0AAB}"/>
              </a:ext>
            </a:extLst>
          </p:cNvPr>
          <p:cNvCxnSpPr>
            <a:cxnSpLocks/>
          </p:cNvCxnSpPr>
          <p:nvPr/>
        </p:nvCxnSpPr>
        <p:spPr>
          <a:xfrm>
            <a:off x="5980085" y="5578761"/>
            <a:ext cx="60313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EAE2BA92-8E57-083A-B30B-1AD4CD7B57A3}"/>
              </a:ext>
            </a:extLst>
          </p:cNvPr>
          <p:cNvSpPr txBox="1"/>
          <p:nvPr/>
        </p:nvSpPr>
        <p:spPr>
          <a:xfrm>
            <a:off x="4814224" y="5384859"/>
            <a:ext cx="106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dirty="0"/>
              <a:t>θ_</a:t>
            </a:r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488D47-F3E8-F570-2E45-6CA9C8B1A7EE}"/>
              </a:ext>
            </a:extLst>
          </p:cNvPr>
          <p:cNvSpPr txBox="1"/>
          <p:nvPr/>
        </p:nvSpPr>
        <p:spPr>
          <a:xfrm>
            <a:off x="6931431" y="5384859"/>
            <a:ext cx="502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바닥과 하부 </a:t>
            </a:r>
            <a:r>
              <a:rPr lang="ko-KR" altLang="en-US" dirty="0" err="1"/>
              <a:t>챔퍼가</a:t>
            </a:r>
            <a:r>
              <a:rPr lang="ko-KR" altLang="en-US" dirty="0"/>
              <a:t> 이루는 경사각</a:t>
            </a:r>
            <a:r>
              <a:rPr lang="en-US" altLang="ko-KR" dirty="0"/>
              <a:t>(</a:t>
            </a:r>
            <a:r>
              <a:rPr lang="ko-KR" altLang="en-US" dirty="0"/>
              <a:t>수평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5D7AFC7A-7AB8-9A2B-A28C-F39500485BB8}"/>
              </a:ext>
            </a:extLst>
          </p:cNvPr>
          <p:cNvCxnSpPr>
            <a:cxnSpLocks/>
          </p:cNvCxnSpPr>
          <p:nvPr/>
        </p:nvCxnSpPr>
        <p:spPr>
          <a:xfrm>
            <a:off x="5980085" y="6086760"/>
            <a:ext cx="60313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2D7202C7-3D0A-58E7-5177-38E0F4068501}"/>
              </a:ext>
            </a:extLst>
          </p:cNvPr>
          <p:cNvSpPr txBox="1"/>
          <p:nvPr/>
        </p:nvSpPr>
        <p:spPr>
          <a:xfrm>
            <a:off x="4814224" y="5892858"/>
            <a:ext cx="106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dirty="0"/>
              <a:t>θ_</a:t>
            </a:r>
            <a:r>
              <a:rPr lang="en-US" altLang="ko-KR" dirty="0"/>
              <a:t>up</a:t>
            </a:r>
            <a:endParaRPr lang="ko-KR" alt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DBC37E9-3A4D-12DE-62F3-DB534A81FE59}"/>
              </a:ext>
            </a:extLst>
          </p:cNvPr>
          <p:cNvSpPr txBox="1"/>
          <p:nvPr/>
        </p:nvSpPr>
        <p:spPr>
          <a:xfrm>
            <a:off x="6931431" y="5892858"/>
            <a:ext cx="502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상부 </a:t>
            </a:r>
            <a:r>
              <a:rPr lang="ko-KR" altLang="en-US" dirty="0" err="1"/>
              <a:t>챔퍼</a:t>
            </a:r>
            <a:r>
              <a:rPr lang="ko-KR" altLang="en-US" dirty="0"/>
              <a:t> 경사각</a:t>
            </a:r>
            <a:r>
              <a:rPr lang="en-US" altLang="ko-KR" dirty="0"/>
              <a:t>(</a:t>
            </a:r>
            <a:r>
              <a:rPr lang="ko-KR" altLang="en-US" dirty="0"/>
              <a:t>수평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DB1CFBE-DD55-DEFC-8AEF-9F4CE2D0CB23}"/>
              </a:ext>
            </a:extLst>
          </p:cNvPr>
          <p:cNvSpPr txBox="1"/>
          <p:nvPr/>
        </p:nvSpPr>
        <p:spPr>
          <a:xfrm>
            <a:off x="937632" y="561697"/>
            <a:ext cx="145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Tank (</a:t>
            </a:r>
            <a:r>
              <a:rPr lang="ko-KR" altLang="en-US" dirty="0"/>
              <a:t>선창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79DF9AE-91DD-5E2F-04FA-A88F4B272E4C}"/>
              </a:ext>
            </a:extLst>
          </p:cNvPr>
          <p:cNvSpPr txBox="1"/>
          <p:nvPr/>
        </p:nvSpPr>
        <p:spPr>
          <a:xfrm>
            <a:off x="7754778" y="711787"/>
            <a:ext cx="908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level_z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7AB4B94-5042-F60B-F90F-9D8AD69C19C4}"/>
              </a:ext>
            </a:extLst>
          </p:cNvPr>
          <p:cNvSpPr txBox="1"/>
          <p:nvPr/>
        </p:nvSpPr>
        <p:spPr>
          <a:xfrm>
            <a:off x="8799874" y="725176"/>
            <a:ext cx="293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각 층의 시작 높이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쉼표</a:t>
            </a:r>
            <a:r>
              <a:rPr lang="en-US" altLang="ko-KR" sz="1200" dirty="0"/>
              <a:t>(,)</a:t>
            </a:r>
            <a:r>
              <a:rPr lang="ko-KR" altLang="en-US" sz="1200" dirty="0"/>
              <a:t>로 구분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오름차순으로 입력</a:t>
            </a:r>
            <a:endParaRPr lang="en-US" altLang="ko-KR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1EB6BF6-AF2C-4B5D-CFC2-E8BEF37E68A2}"/>
              </a:ext>
            </a:extLst>
          </p:cNvPr>
          <p:cNvSpPr txBox="1"/>
          <p:nvPr/>
        </p:nvSpPr>
        <p:spPr>
          <a:xfrm>
            <a:off x="7768079" y="1727785"/>
            <a:ext cx="1031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reach_z</a:t>
            </a:r>
            <a:endParaRPr lang="ko-KR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86BDD15-5442-DBFD-F4BA-E4AB338867A8}"/>
              </a:ext>
            </a:extLst>
          </p:cNvPr>
          <p:cNvSpPr txBox="1"/>
          <p:nvPr/>
        </p:nvSpPr>
        <p:spPr>
          <a:xfrm>
            <a:off x="8799874" y="1727785"/>
            <a:ext cx="2939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코봇</a:t>
            </a:r>
            <a:r>
              <a:rPr lang="ko-KR" altLang="en-US" sz="1200" dirty="0"/>
              <a:t> 팔이 실제로 닿는 벽면 높이</a:t>
            </a:r>
            <a:endParaRPr lang="en-US" altLang="ko-KR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68710BA-B8C8-B3A5-F2CA-A07134161879}"/>
              </a:ext>
            </a:extLst>
          </p:cNvPr>
          <p:cNvSpPr txBox="1"/>
          <p:nvPr/>
        </p:nvSpPr>
        <p:spPr>
          <a:xfrm>
            <a:off x="7768079" y="2651450"/>
            <a:ext cx="1967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원점보정 </a:t>
            </a:r>
            <a:r>
              <a:rPr lang="en-US" altLang="ko-KR" dirty="0"/>
              <a:t>ox, oy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97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153</Words>
  <Application>Microsoft Office PowerPoint</Application>
  <PresentationFormat>와이드스크린</PresentationFormat>
  <Paragraphs>44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Map 구성 요소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EGGPLANT</dc:creator>
  <cp:lastModifiedBy>EGGPLANT</cp:lastModifiedBy>
  <cp:revision>2</cp:revision>
  <dcterms:created xsi:type="dcterms:W3CDTF">2026-08-27T03:49:32Z</dcterms:created>
  <dcterms:modified xsi:type="dcterms:W3CDTF">2026-08-27T05:55:52Z</dcterms:modified>
</cp:coreProperties>
</file>